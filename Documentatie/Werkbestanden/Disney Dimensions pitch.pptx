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2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file:////Users/sanneabrahamse/Library/Group%20Containers/UBF8T346G9.ms/WebArchiveCopyPasteTempFiles/com.microsoft.Word/premium_photo-1757649887000-8615c6c2a423%3ffm=jpg&amp;q=60&amp;w=3000&amp;auto=format&amp;fit=crop&amp;ixlib=rb-4.1.0&amp;ixid=M3wxMjA3fDB8MHxwaG90by1wYWdlfHx8fGVufDB8fHx8fA%253D%253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548640"/>
            <a:ext cx="36576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7373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als je een Disney-personage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kunt zien zoals je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nog</a:t>
            </a: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nooit hebt gezien?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AR-</a:t>
            </a:r>
            <a:r>
              <a:rPr lang="en-US" sz="1600" i="1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webervaring</a:t>
            </a:r>
            <a:r>
              <a:rPr lang="en-US" sz="1600" i="1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lang="en-US" sz="1600" i="1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mensen</a:t>
            </a:r>
            <a:r>
              <a:rPr lang="en-US" sz="1600" i="1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Disney </a:t>
            </a:r>
            <a:r>
              <a:rPr lang="en-US" sz="1600" i="1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willen</a:t>
            </a:r>
            <a:r>
              <a:rPr lang="en-US" sz="1600" i="1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ontdekken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Sanne Abrahamse  •  ICTUIa2  •  AR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concept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1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 Dimensions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website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waarop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makkelijk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Disney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kunt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ontdekken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651760"/>
            <a:ext cx="4023360" cy="1920240"/>
          </a:xfrm>
          <a:prstGeom prst="rect">
            <a:avLst/>
          </a:prstGeom>
          <a:solidFill>
            <a:srgbClr val="1E1E24"/>
          </a:solidFill>
          <a:ln w="12700">
            <a:solidFill>
              <a:srgbClr val="306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Persona: Rick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1546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jaar,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zijn telefoon voor entertainment.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snel scannen, duidelijke navigatie en een gave visuele ervaring.</a:t>
            </a:r>
            <a:endParaRPr lang="en-US" sz="1200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EF47C6E1-065E-D33F-A921-18307CBEE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960" y="21183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2">
            <a:extLst>
              <a:ext uri="{FF2B5EF4-FFF2-40B4-BE49-F238E27FC236}">
                <a16:creationId xmlns:a16="http://schemas.microsoft.com/office/drawing/2014/main" id="{1801B665-ADEB-F6C6-0632-AD14FE5D0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45"/>
          <a:stretch>
            <a:fillRect/>
          </a:stretch>
        </p:blipFill>
        <p:spPr bwMode="auto">
          <a:xfrm>
            <a:off x="5365536" y="1051560"/>
            <a:ext cx="2592459" cy="326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website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1775426"/>
            <a:ext cx="4206240" cy="658368"/>
          </a:xfrm>
          <a:prstGeom prst="rect">
            <a:avLst/>
          </a:prstGeom>
          <a:solidFill>
            <a:srgbClr val="1E1E24"/>
          </a:solidFill>
          <a:ln w="12700">
            <a:solidFill>
              <a:srgbClr val="30667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182114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Thematische 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7717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Donker </a:t>
            </a:r>
            <a:r>
              <a:rPr lang="en-US" sz="1100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kleurenschema</a:t>
            </a:r>
            <a:r>
              <a:rPr lang="en-US" sz="11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gebasseerd</a:t>
            </a:r>
            <a:r>
              <a:rPr lang="en-US" sz="11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 Disney+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80098"/>
            <a:ext cx="4206240" cy="658368"/>
          </a:xfrm>
          <a:prstGeom prst="rect">
            <a:avLst/>
          </a:prstGeom>
          <a:solidFill>
            <a:srgbClr val="1E1E24"/>
          </a:solidFill>
          <a:ln w="12700">
            <a:solidFill>
              <a:srgbClr val="306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62581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Toegankelijkheid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8185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Button-elementen i.p.v. div+onclick, tab-navigatie, a-tags voor links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84770"/>
            <a:ext cx="4214660" cy="658368"/>
          </a:xfrm>
          <a:prstGeom prst="rect">
            <a:avLst/>
          </a:prstGeom>
          <a:solidFill>
            <a:srgbClr val="1E1E24"/>
          </a:solidFill>
          <a:ln w="12700">
            <a:solidFill>
              <a:srgbClr val="306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43049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Dynamische header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8652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Ingeladen via headerloader.js op elke pagina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C6984A-BC88-4A39-C7D5-3826F0A6C2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1437894"/>
            <a:ext cx="4178964" cy="29427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AR-ervaring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 Live demo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3931920" cy="3017520"/>
          </a:xfrm>
          <a:prstGeom prst="rect">
            <a:avLst/>
          </a:prstGeom>
          <a:solidFill>
            <a:srgbClr val="1E1E24"/>
          </a:solidFill>
          <a:ln w="12700">
            <a:solidFill>
              <a:srgbClr val="306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Ervaar het </a:t>
            </a:r>
            <a:r>
              <a:rPr lang="en-US" sz="1300" b="1" dirty="0" err="1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zelf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4114800" cy="3017520"/>
          </a:xfrm>
          <a:prstGeom prst="rect">
            <a:avLst/>
          </a:prstGeom>
          <a:solidFill>
            <a:srgbClr val="1E1E24"/>
          </a:solidFill>
          <a:ln w="12700">
            <a:solidFill>
              <a:srgbClr val="306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Technisch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 Engine + Unity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Clickable.ts aangepast: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gameObject.visible = false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otherObject.visible =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showBalloonMessage()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Visibility-swap van twee 3D-objecten.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1AAA6F-8D62-F6C7-C690-0251A52D4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332" y="2103120"/>
            <a:ext cx="2282776" cy="22827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Leukste onderdeel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325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965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Grootste uitdaging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286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3D-object.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verwerkt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Div+onclick vervangen door a-tags voor tab-navigatie. A-tag terugknop omgezet naar button voor screenreaders.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" y="3886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ik anders zou doen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Eerder vragen of ik het thema zelf mocht kiezen — meer motivatie = betere uitkomst.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40080"/>
            <a:ext cx="36576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7373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als je een Disney-personage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kunt zien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zoals</a:t>
            </a: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je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nog</a:t>
            </a: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nooit hebt gezien?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 weet je het antwoord.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223</Words>
  <Application>Microsoft Macintosh PowerPoint</Application>
  <PresentationFormat>On-screen Show (16:9)</PresentationFormat>
  <Paragraphs>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Disney Dimensions - Pitch</dc:title>
  <dc:subject>PptxGenJS Presentation</dc:subject>
  <dc:creator>PptxGenJS</dc:creator>
  <cp:lastModifiedBy>Sanne Abrahamse (student)</cp:lastModifiedBy>
  <cp:revision>3</cp:revision>
  <dcterms:created xsi:type="dcterms:W3CDTF">2026-05-22T13:49:48Z</dcterms:created>
  <dcterms:modified xsi:type="dcterms:W3CDTF">2026-06-03T08:41:21Z</dcterms:modified>
</cp:coreProperties>
</file>